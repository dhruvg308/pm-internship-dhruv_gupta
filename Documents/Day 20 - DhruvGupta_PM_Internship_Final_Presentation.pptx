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78821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INTERNSHIP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5603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Presentation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of the Product Management lifecycle, applied to the design and delivery of the Expense Tracker Mobile App.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709160"/>
            <a:ext cx="0" cy="91440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709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3232" y="5001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Dhruv Gupta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154680" y="4709160"/>
            <a:ext cx="0" cy="91440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9272" y="4709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19272" y="5001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Management Intern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760720" y="4709160"/>
            <a:ext cx="0" cy="91440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25312" y="4709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25312" y="5001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Days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366760" y="4709160"/>
            <a:ext cx="0" cy="91440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31352" y="4709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531352" y="5001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Tracker Mobile 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20-DAY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20 days, I moved through the full product management lifecycle — from requirement gathering to sprint execution and final documentation.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2269998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7432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PM Lifecycle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08152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the journey from BRD to PRD, sprint planning, execution, and closure.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18688" y="196596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9856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726" y="226999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9856" y="27432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Practice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19856" y="308152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BRDs, PRDs, status reports, and stakeholder-facing documents.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888736" y="196596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9904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774" y="2269998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9904" y="27432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Practices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089904" y="308152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Scrum ceremonies — sprint planning, daily stand-ups, and reviews.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558784" y="196596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759952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822" y="2269998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59952" y="27432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759952" y="308152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a live risk register and RAID log across all three sprints.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" y="3950208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9808" y="4151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" y="4254246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" y="47274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49808" y="5065776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the product backlog and tracked sprint progress on a Kanban board.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18688" y="3950208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419856" y="4151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2726" y="4254246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19856" y="47274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419856" y="5065776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GitHub for source control, branching, and structured change logs.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888736" y="3950208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089904" y="4151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2774" y="4254246"/>
            <a:ext cx="251460" cy="2514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089904" y="47274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Documentation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6089904" y="5065776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 complete project archive for handover and review.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 Mobile 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1602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struggle to track daily spending across categories and payment modes, leading to poor budget visibility and overspending.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977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43091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4233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475488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mobile app to log expenses instantly, categorize spending, set budgets, and view simple visual reports.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35040" y="182880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21031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20370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21214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24871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fast, friction-free expense entry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category-wise budget visibility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309360" y="331012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41071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33284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309360" y="369417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 managing monthly budgets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tracking limited pocket money / allowance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309360" y="451713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4617720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8000" y="45354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309360" y="490118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CRUD with categories &amp; payment modes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alerts, notifications &amp; visual reports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Requirement Document (BRD)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WHY the project exists — the business case behind the app.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879092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64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Goal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77640" y="17647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control personal spending and build consistent saving habits.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2446020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77640" y="2331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Owner, PM Mentor, Development Team, End Users.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3012948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977640" y="28986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(Android-first) covering expense logging, budgeting, and reports.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48386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35798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4655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977640" y="34655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tracks 100% of manually entered expenses with under 2s save time.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0507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414680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4032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977640" y="403250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smartphones with internet access; no bank integration in v1.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47548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6" name="Shape 19"/>
          <p:cNvSpPr/>
          <p:nvPr/>
        </p:nvSpPr>
        <p:spPr>
          <a:xfrm>
            <a:off x="777240" y="5001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11149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17320" y="48646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BRD COMES FIRST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1417320" y="51389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BRD is created before development to align all stakeholders on business intent and scope — preventing wasted engineering effort on the wrong problem.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Requirement Document (PRD)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gets built — translating business needs into product specifications.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879092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64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77640" y="17647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Add/edit/delete expenses, set category budgets, generate reports.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2446020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77640" y="2331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loads in &lt;3s; supports offline entry with auto-sync.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3012948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Stories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977640" y="28986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 user, I want to log an expense in under 10 seconds."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48386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35798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4655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Criteria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977640" y="34655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saves only when amount, category, and date are valid.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18795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2" name="Shape 16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54456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2976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-&gt; PRD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417320" y="45720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PRD converts high-level business requirements from the BRD into specific, testable technical requirements that engineering can build against.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Planning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work was structured, sequenced, and delivered in short, reviewable cycles.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879092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64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77640" y="17647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user stories captured and prioritized using MoSCoW.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2446020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77640" y="2331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groomed and story points estimated before each sprint.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3012948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977640" y="28986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clear, demoable outcome defined per sprint.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48386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35798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4655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Duration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977640" y="34655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sprints, 6 working days each, over the 20-day internship.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0507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414680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4032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Events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977640" y="403250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stand-ups, sprint planning, review, and retrospective.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47548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6" name="Shape 19"/>
          <p:cNvSpPr/>
          <p:nvPr/>
        </p:nvSpPr>
        <p:spPr>
          <a:xfrm>
            <a:off x="777240" y="5001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11149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17320" y="48646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AGILE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1417320" y="51389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was chosen for its short feedback loops — it let scope adjust quickly to mentor feedback within a fixed 20-day timeline, reducing rework risk.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Tracking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Kanban board was used to track every user story through its workflow across all three sprints.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4F7F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29968"/>
            <a:ext cx="128016" cy="128016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385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 (3)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77440"/>
            <a:ext cx="54864" cy="566928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77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Settings UI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090672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90672"/>
            <a:ext cx="54864" cy="566928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906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 as PDF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803904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803904"/>
            <a:ext cx="54864" cy="566928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03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Selector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18288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4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26280" y="2029968"/>
            <a:ext cx="128016" cy="128016"/>
          </a:xfrm>
          <a:prstGeom prst="ellipse">
            <a:avLst/>
          </a:prstGeom>
          <a:solidFill>
            <a:srgbClr val="D69A22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9385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(3)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237744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2377440"/>
            <a:ext cx="54864" cy="566928"/>
          </a:xfrm>
          <a:prstGeom prst="rect">
            <a:avLst/>
          </a:prstGeom>
          <a:solidFill>
            <a:srgbClr val="D69A22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377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 Logic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3090672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090672"/>
            <a:ext cx="54864" cy="566928"/>
          </a:xfrm>
          <a:prstGeom prst="rect">
            <a:avLst/>
          </a:prstGeom>
          <a:solidFill>
            <a:srgbClr val="D69A22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0906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 Chart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3803904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3803904"/>
            <a:ext cx="54864" cy="566928"/>
          </a:xfrm>
          <a:prstGeom prst="rect">
            <a:avLst/>
          </a:prstGeom>
          <a:solidFill>
            <a:srgbClr val="D69A22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3803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Category Filter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18288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4F7FD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2029968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19385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 (4)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0" y="237744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0" y="2377440"/>
            <a:ext cx="54864" cy="5669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0" y="2377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3090672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3090672"/>
            <a:ext cx="54864" cy="5669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30906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Expense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29600" y="3803904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0" y="3803904"/>
            <a:ext cx="54864" cy="5669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3803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List View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29600" y="4517136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4517136"/>
            <a:ext cx="54864" cy="5669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0" y="45171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CRUD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was delivered incrementally across three sprints, each ending in a working, demoable increment.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– 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3067812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9535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5661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3662172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3547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CRUD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206240"/>
            <a:ext cx="2971800" cy="9144"/>
          </a:xfrm>
          <a:prstGeom prst="rect">
            <a:avLst/>
          </a:prstGeom>
          <a:solidFill>
            <a:srgbClr val="3A4380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343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22960" y="45994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securely sign up, log in, and record their first expense.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9768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572000" y="2057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572000" y="2450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– 13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0" y="297180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012" y="3067812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74920" y="29535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Module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572000" y="35661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012" y="3662172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74920" y="3547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572000" y="4206240"/>
            <a:ext cx="2971800" cy="9144"/>
          </a:xfrm>
          <a:prstGeom prst="rect">
            <a:avLst/>
          </a:prstGeom>
          <a:solidFill>
            <a:srgbClr val="3A4380"/>
          </a:solidFill>
          <a:ln/>
        </p:spPr>
      </p:sp>
      <p:sp>
        <p:nvSpPr>
          <p:cNvPr id="27" name="Text 21"/>
          <p:cNvSpPr/>
          <p:nvPr/>
        </p:nvSpPr>
        <p:spPr>
          <a:xfrm>
            <a:off x="4572000" y="4343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0" y="45994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set category budgets and view a monthly spending summary.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804672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8321040" y="2057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1900" dirty="0"/>
          </a:p>
        </p:txBody>
      </p:sp>
      <p:sp>
        <p:nvSpPr>
          <p:cNvPr id="31" name="Text 25"/>
          <p:cNvSpPr/>
          <p:nvPr/>
        </p:nvSpPr>
        <p:spPr>
          <a:xfrm>
            <a:off x="8321040" y="2450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– 20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8321040" y="297180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052" y="3067812"/>
            <a:ext cx="210312" cy="21031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823960" y="29535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321040" y="35661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052" y="3662172"/>
            <a:ext cx="210312" cy="2103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23960" y="3547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8321040" y="4206240"/>
            <a:ext cx="2971800" cy="9144"/>
          </a:xfrm>
          <a:prstGeom prst="rect">
            <a:avLst/>
          </a:prstGeom>
          <a:solidFill>
            <a:srgbClr val="3A4380"/>
          </a:solidFill>
          <a:ln/>
        </p:spPr>
      </p:sp>
      <p:sp>
        <p:nvSpPr>
          <p:cNvPr id="39" name="Text 31"/>
          <p:cNvSpPr/>
          <p:nvPr/>
        </p:nvSpPr>
        <p:spPr>
          <a:xfrm>
            <a:off x="8321040" y="4343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8321040" y="45994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Budget-limit alerts shipped; 9 open bugs resolved before final release.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set of PM documents kept the project transparent, traceable, and easy to hand over.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6736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2265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8803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342900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and scored risks so issues were anticipated, not just reacted to.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98064" y="182880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22656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5224" y="28803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RAID Log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62656" y="342900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Risks, Assumptions, Issues, and Dependencies in one place.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47488" y="182880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15584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222656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4648" y="28803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Register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212080" y="342900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stakeholders by influence and interest to guide communication.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296912" y="182880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65008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222656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34072" y="28803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Plan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61504" y="342900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who needs which update, how often, and through which channel.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546336" y="182880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314432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6" y="222656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83496" y="28803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Request Log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710928" y="342900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every scope change with approval status and impact.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CHANGE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Risks Identified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309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3840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delay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release scope to protect the core MVP timeline.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a change-control step before accepting new scope.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availability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Cross-trained one backup developer on the auth module.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1508760"/>
            <a:ext cx="452628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6092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48" y="189280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0" y="18105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Request — Example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360920" y="24231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ID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360920" y="26243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CR-003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360920" y="30449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BY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60920" y="3246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360920" y="36667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60920" y="38679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recurring-expense option for rent &amp; subscriptions.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360920" y="42885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360920" y="44897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days to Sprint 2; 3 new user stories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360920" y="49103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360920" y="51114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&amp; added to Sprint 2 backlog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Week 2 (Sprint 2, Day 11)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692640" y="1234440"/>
            <a:ext cx="1965960" cy="502920"/>
          </a:xfrm>
          <a:prstGeom prst="roundRect">
            <a:avLst>
              <a:gd name="adj" fmla="val 50909"/>
            </a:avLst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9857232" y="1408176"/>
            <a:ext cx="155448" cy="1554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104120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STATUS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Module and Reports both completed; on track for Sprint 2 demo.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CRUD, category-wise spend chart, weekly report export (CSV).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triggers for budget-limit breaches (Sprint 3).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currently; chart library integration resolved on Day 9.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GREEN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4807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7552" y="5047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on track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06240" y="507492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514807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45152" y="5047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controlled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863840" y="507492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514807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02752" y="5047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actively monitored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Version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codebase and project knowledge were kept organized and traceable.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879092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64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77640" y="17647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repo with protected main branch and feature-branch workflow.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2446020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Naming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77640" y="2331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 (v1.0.0, v1.1.0) tied to each sprint release.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3012948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Log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977640" y="28986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CHANGELOG.md updated with every merged pull request.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48386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35798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4655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977640" y="34655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guide, tech stack, and folder structure for new contributors.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0507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414680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4032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Markdown Documentation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977640" y="403250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PM artifacts maintained as version-controlled Markdown files.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47548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6" name="Shape 19"/>
          <p:cNvSpPr/>
          <p:nvPr/>
        </p:nvSpPr>
        <p:spPr>
          <a:xfrm>
            <a:off x="777240" y="5001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11149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17320" y="48646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1417320" y="51389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version control and documentation meant any teammate — or a future intern — could pick up the project with zero tribal knowledge.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obstacles from the 20 days, and how each was resolved.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Was 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Understanding PM 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Studied sample BRD/PRD templates and reviewed drafts with my mentor before finalizing.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Maintaining consistency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 shared style checklist for tone, formatting, and terminology across documents.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changes mid-sprint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a lightweight change-request process to evaluate impact before accepting scope.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Creating professional 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structured templates and iterated based on weekly feedback.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Jira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a self-guided walkthrough, then ran a mock sprint before the real Sprint 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75488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biggest lessons from 20 days of hands-on product management.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50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91840" y="2404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568" y="251460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beats execution speed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38862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clarifying requirements upfront saved far more time than it cost — most rework traced back to unclear scope, not slow coding.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214884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2350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7040880" y="2404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251460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reduces risk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572000" y="38862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"risks" in the register were really communication gaps. Regular, structured updates prevented small issues from becoming blockers.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46720" y="214884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8321040" y="2350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10789920" y="2404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2514600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keeps projects organized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321040" y="38862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well-maintained BRD, PRD, and change log meant no decision was ever lost — and made the final handover effortless.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Internship — Final Presentation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554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2694" y="173964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184648" y="4251960"/>
            <a:ext cx="18288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Dhruv Gupta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0" y="477316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Intern  |  Expense Tracker Mobile App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Internship - Final Presentation</dc:title>
  <dc:subject>PptxGenJS Presentation</dc:subject>
  <dc:creator>Dhruv Gupta</dc:creator>
  <cp:lastModifiedBy>Dhruv Gupta</cp:lastModifiedBy>
  <cp:revision>1</cp:revision>
  <dcterms:created xsi:type="dcterms:W3CDTF">2026-07-02T03:54:35Z</dcterms:created>
  <dcterms:modified xsi:type="dcterms:W3CDTF">2026-07-02T03:54:35Z</dcterms:modified>
</cp:coreProperties>
</file>